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AB584A-0BD5-BF2F-AD65-03FB9DD3F585}" v="120" dt="2026-05-31T13:52:13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20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55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77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06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93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16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8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4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12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13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55276" y="154218"/>
            <a:ext cx="9144000" cy="2107832"/>
          </a:xfrm>
        </p:spPr>
        <p:txBody>
          <a:bodyPr>
            <a:normAutofit/>
          </a:bodyPr>
          <a:lstStyle/>
          <a:p>
            <a:r>
              <a:rPr lang="de-DE" sz="2000"/>
              <a:t>Aufgabenstellung 1.2 </a:t>
            </a:r>
            <a:br>
              <a:rPr lang="de-DE" sz="5400" dirty="0"/>
            </a:br>
            <a:r>
              <a:rPr lang="de-DE" sz="3200"/>
              <a:t>Softwareprozessmodellierung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l"/>
            <a:r>
              <a:rPr lang="de-DE"/>
              <a:t>Autor: Henri Kirchhoff </a:t>
            </a:r>
          </a:p>
          <a:p>
            <a:pPr algn="l"/>
            <a:r>
              <a:rPr lang="de-DE" dirty="0"/>
              <a:t>Kurs: Software </a:t>
            </a:r>
            <a:r>
              <a:rPr lang="de-DE"/>
              <a:t>Engineering: Softwareprozesse </a:t>
            </a:r>
          </a:p>
          <a:p>
            <a:pPr algn="l"/>
            <a:r>
              <a:rPr lang="de-DE"/>
              <a:t>Kurs Nr.: DLMCSSESP01_D</a:t>
            </a:r>
          </a:p>
          <a:p>
            <a:pPr algn="l"/>
            <a:r>
              <a:rPr lang="de-DE"/>
              <a:t>Datum: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VanillaVTI</vt:lpstr>
      <vt:lpstr>Aufgabenstellung 1.2  Softwareprozessmodellierung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102</cp:revision>
  <dcterms:created xsi:type="dcterms:W3CDTF">2026-05-31T13:48:44Z</dcterms:created>
  <dcterms:modified xsi:type="dcterms:W3CDTF">2026-05-31T13:53:25Z</dcterms:modified>
</cp:coreProperties>
</file>